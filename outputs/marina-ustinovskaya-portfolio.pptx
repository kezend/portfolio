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70032d37ed41a3" /><Relationship Type="http://schemas.openxmlformats.org/officeDocument/2006/relationships/extended-properties" Target="/docProps/app.xml" Id="R34855e17f7fe45ed" /><Relationship Type="http://schemas.openxmlformats.org/officeDocument/2006/relationships/officeDocument" Target="/ppt/presentation.xml" Id="R143051313c6249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b0f9bef384581"/>
  </p:sldMasterIdLst>
  <p:notesMasterIdLst>
    <p:notesMasterId xmlns:r="http://schemas.openxmlformats.org/officeDocument/2006/relationships" r:id="Rc6411bf489ad433d"/>
  </p:notesMasterIdLst>
  <p:sldIdLst>
    <p:sldId xmlns:r="http://schemas.openxmlformats.org/officeDocument/2006/relationships" id="256" r:id="R7827f953ed464884"/>
    <p:sldId xmlns:r="http://schemas.openxmlformats.org/officeDocument/2006/relationships" id="257" r:id="R4e7911209bcf4fc1"/>
    <p:sldId xmlns:r="http://schemas.openxmlformats.org/officeDocument/2006/relationships" id="258" r:id="R5a89d7002a054de0"/>
    <p:sldId xmlns:r="http://schemas.openxmlformats.org/officeDocument/2006/relationships" id="259" r:id="R9d99f25136624152"/>
    <p:sldId xmlns:r="http://schemas.openxmlformats.org/officeDocument/2006/relationships" id="260" r:id="R21c6fff41c104864"/>
    <p:sldId xmlns:r="http://schemas.openxmlformats.org/officeDocument/2006/relationships" id="261" r:id="R5c74ea5f87bd465a"/>
    <p:sldId xmlns:r="http://schemas.openxmlformats.org/officeDocument/2006/relationships" id="262" r:id="R4b5a6426c1f449d7"/>
    <p:sldId xmlns:r="http://schemas.openxmlformats.org/officeDocument/2006/relationships" id="263" r:id="R401ca24ec8f64949"/>
    <p:sldId xmlns:r="http://schemas.openxmlformats.org/officeDocument/2006/relationships" id="264" r:id="R3bee68671a694640"/>
    <p:sldId xmlns:r="http://schemas.openxmlformats.org/officeDocument/2006/relationships" id="265" r:id="R9c5be660ef5c4404"/>
    <p:sldId xmlns:r="http://schemas.openxmlformats.org/officeDocument/2006/relationships" id="266" r:id="R268201045e0647d7"/>
    <p:sldId xmlns:r="http://schemas.openxmlformats.org/officeDocument/2006/relationships" id="267" r:id="Reb7a50e27e34470f"/>
    <p:sldId xmlns:r="http://schemas.openxmlformats.org/officeDocument/2006/relationships" id="268" r:id="Rda5a3214e799433e"/>
    <p:sldId xmlns:r="http://schemas.openxmlformats.org/officeDocument/2006/relationships" id="269" r:id="Re69cdb41b36940e3"/>
    <p:sldId xmlns:r="http://schemas.openxmlformats.org/officeDocument/2006/relationships" id="270" r:id="Ra02ee46b049e408f"/>
    <p:sldId xmlns:r="http://schemas.openxmlformats.org/officeDocument/2006/relationships" id="271" r:id="R534f34ba67c94e45"/>
    <p:sldId xmlns:r="http://schemas.openxmlformats.org/officeDocument/2006/relationships" id="272" r:id="R6db9393653254423"/>
    <p:sldId xmlns:r="http://schemas.openxmlformats.org/officeDocument/2006/relationships" id="273" r:id="R469377b0456c4d49"/>
    <p:sldId xmlns:r="http://schemas.openxmlformats.org/officeDocument/2006/relationships" id="274" r:id="Rdd40830fbcb0452d"/>
    <p:sldId xmlns:r="http://schemas.openxmlformats.org/officeDocument/2006/relationships" id="275" r:id="Rc7c96144cbb747f0"/>
    <p:sldId xmlns:r="http://schemas.openxmlformats.org/officeDocument/2006/relationships" id="276" r:id="Rf6748c62f3a94f1d"/>
    <p:sldId xmlns:r="http://schemas.openxmlformats.org/officeDocument/2006/relationships" id="277" r:id="R4a84b6fa5a28448a"/>
    <p:sldId xmlns:r="http://schemas.openxmlformats.org/officeDocument/2006/relationships" id="278" r:id="Rf079694cba9541dd"/>
    <p:sldId xmlns:r="http://schemas.openxmlformats.org/officeDocument/2006/relationships" id="279" r:id="Raad14510bdeb4d40"/>
    <p:sldId xmlns:r="http://schemas.openxmlformats.org/officeDocument/2006/relationships" id="280" r:id="Rae3e4247a5964896"/>
    <p:sldId xmlns:r="http://schemas.openxmlformats.org/officeDocument/2006/relationships" id="281" r:id="R0fa35ef69a69489f"/>
    <p:sldId xmlns:r="http://schemas.openxmlformats.org/officeDocument/2006/relationships" id="282" r:id="R24f3478693304371"/>
    <p:sldId xmlns:r="http://schemas.openxmlformats.org/officeDocument/2006/relationships" id="283" r:id="R704ecf6864694113"/>
    <p:sldId xmlns:r="http://schemas.openxmlformats.org/officeDocument/2006/relationships" id="284" r:id="Reed7df04b2e04606"/>
    <p:sldId xmlns:r="http://schemas.openxmlformats.org/officeDocument/2006/relationships" id="285" r:id="R899d731e93424a21"/>
    <p:sldId xmlns:r="http://schemas.openxmlformats.org/officeDocument/2006/relationships" id="286" r:id="R8efcf16e657b45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44ce708d674888" /><Relationship Type="http://schemas.openxmlformats.org/officeDocument/2006/relationships/slideMaster" Target="/ppt/slideMasters/slideMaster1.xml" Id="R69db0f9bef384581" /><Relationship Type="http://schemas.openxmlformats.org/officeDocument/2006/relationships/notesMaster" Target="/ppt/notesMasters/notesMaster1.xml" Id="Rc6411bf489ad433d" /><Relationship Type="http://schemas.openxmlformats.org/officeDocument/2006/relationships/presProps" Target="/ppt/presProps.xml" Id="Rb0cb38c1ef244be1" /><Relationship Type="http://schemas.openxmlformats.org/officeDocument/2006/relationships/tableStyles" Target="/ppt/tableStyles.xml" Id="R414bf7fc281a49b4" /><Relationship Type="http://schemas.openxmlformats.org/officeDocument/2006/relationships/slide" Target="/ppt/slides/slide1.xml" Id="R7827f953ed464884" /><Relationship Type="http://schemas.openxmlformats.org/officeDocument/2006/relationships/slide" Target="/ppt/slides/slide2.xml" Id="R4e7911209bcf4fc1" /><Relationship Type="http://schemas.openxmlformats.org/officeDocument/2006/relationships/slide" Target="/ppt/slides/slide3.xml" Id="R5a89d7002a054de0" /><Relationship Type="http://schemas.openxmlformats.org/officeDocument/2006/relationships/slide" Target="/ppt/slides/slide4.xml" Id="R9d99f25136624152" /><Relationship Type="http://schemas.openxmlformats.org/officeDocument/2006/relationships/slide" Target="/ppt/slides/slide5.xml" Id="R21c6fff41c104864" /><Relationship Type="http://schemas.openxmlformats.org/officeDocument/2006/relationships/slide" Target="/ppt/slides/slide6.xml" Id="R5c74ea5f87bd465a" /><Relationship Type="http://schemas.openxmlformats.org/officeDocument/2006/relationships/slide" Target="/ppt/slides/slide7.xml" Id="R4b5a6426c1f449d7" /><Relationship Type="http://schemas.openxmlformats.org/officeDocument/2006/relationships/slide" Target="/ppt/slides/slide8.xml" Id="R401ca24ec8f64949" /><Relationship Type="http://schemas.openxmlformats.org/officeDocument/2006/relationships/slide" Target="/ppt/slides/slide9.xml" Id="R3bee68671a694640" /><Relationship Type="http://schemas.openxmlformats.org/officeDocument/2006/relationships/slide" Target="/ppt/slides/slide10.xml" Id="R9c5be660ef5c4404" /><Relationship Type="http://schemas.openxmlformats.org/officeDocument/2006/relationships/slide" Target="/ppt/slides/slide11.xml" Id="R268201045e0647d7" /><Relationship Type="http://schemas.openxmlformats.org/officeDocument/2006/relationships/slide" Target="/ppt/slides/slide12.xml" Id="Reb7a50e27e34470f" /><Relationship Type="http://schemas.openxmlformats.org/officeDocument/2006/relationships/slide" Target="/ppt/slides/slide13.xml" Id="Rda5a3214e799433e" /><Relationship Type="http://schemas.openxmlformats.org/officeDocument/2006/relationships/slide" Target="/ppt/slides/slide14.xml" Id="Re69cdb41b36940e3" /><Relationship Type="http://schemas.openxmlformats.org/officeDocument/2006/relationships/slide" Target="/ppt/slides/slide15.xml" Id="Ra02ee46b049e408f" /><Relationship Type="http://schemas.openxmlformats.org/officeDocument/2006/relationships/slide" Target="/ppt/slides/slide16.xml" Id="R534f34ba67c94e45" /><Relationship Type="http://schemas.openxmlformats.org/officeDocument/2006/relationships/slide" Target="/ppt/slides/slide17.xml" Id="R6db9393653254423" /><Relationship Type="http://schemas.openxmlformats.org/officeDocument/2006/relationships/slide" Target="/ppt/slides/slide18.xml" Id="R469377b0456c4d49" /><Relationship Type="http://schemas.openxmlformats.org/officeDocument/2006/relationships/slide" Target="/ppt/slides/slide19.xml" Id="Rdd40830fbcb0452d" /><Relationship Type="http://schemas.openxmlformats.org/officeDocument/2006/relationships/slide" Target="/ppt/slides/slide20.xml" Id="Rc7c96144cbb747f0" /><Relationship Type="http://schemas.openxmlformats.org/officeDocument/2006/relationships/slide" Target="/ppt/slides/slide21.xml" Id="Rf6748c62f3a94f1d" /><Relationship Type="http://schemas.openxmlformats.org/officeDocument/2006/relationships/slide" Target="/ppt/slides/slide22.xml" Id="R4a84b6fa5a28448a" /><Relationship Type="http://schemas.openxmlformats.org/officeDocument/2006/relationships/slide" Target="/ppt/slides/slide23.xml" Id="Rf079694cba9541dd" /><Relationship Type="http://schemas.openxmlformats.org/officeDocument/2006/relationships/slide" Target="/ppt/slides/slide24.xml" Id="Raad14510bdeb4d40" /><Relationship Type="http://schemas.openxmlformats.org/officeDocument/2006/relationships/slide" Target="/ppt/slides/slide25.xml" Id="Rae3e4247a5964896" /><Relationship Type="http://schemas.openxmlformats.org/officeDocument/2006/relationships/slide" Target="/ppt/slides/slide26.xml" Id="R0fa35ef69a69489f" /><Relationship Type="http://schemas.openxmlformats.org/officeDocument/2006/relationships/slide" Target="/ppt/slides/slide27.xml" Id="R24f3478693304371" /><Relationship Type="http://schemas.openxmlformats.org/officeDocument/2006/relationships/slide" Target="/ppt/slides/slide28.xml" Id="R704ecf6864694113" /><Relationship Type="http://schemas.openxmlformats.org/officeDocument/2006/relationships/slide" Target="/ppt/slides/slide29.xml" Id="Reed7df04b2e04606" /><Relationship Type="http://schemas.openxmlformats.org/officeDocument/2006/relationships/slide" Target="/ppt/slides/slide30.xml" Id="R899d731e93424a21" /><Relationship Type="http://schemas.openxmlformats.org/officeDocument/2006/relationships/slide" Target="/ppt/slides/slide31.xml" Id="R8efcf16e657b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7af37b34af47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dc7753e35475c" /><Relationship Type="http://schemas.openxmlformats.org/officeDocument/2006/relationships/notesMaster" Target="/ppt/notesMasters/notesMaster1.xml" Id="Ra7f994280ba04f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d6090937c0493b" /><Relationship Type="http://schemas.openxmlformats.org/officeDocument/2006/relationships/notesMaster" Target="/ppt/notesMasters/notesMaster1.xml" Id="Rac20dc572d5743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da6199a68b48d7" /><Relationship Type="http://schemas.openxmlformats.org/officeDocument/2006/relationships/notesMaster" Target="/ppt/notesMasters/notesMaster1.xml" Id="R22fcf470fac34f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a9950d47ea4531" /><Relationship Type="http://schemas.openxmlformats.org/officeDocument/2006/relationships/notesMaster" Target="/ppt/notesMasters/notesMaster1.xml" Id="Racc23e504db841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9f1c541eb14fcf" /><Relationship Type="http://schemas.openxmlformats.org/officeDocument/2006/relationships/notesMaster" Target="/ppt/notesMasters/notesMaster1.xml" Id="Rb53383d0254f40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fc34a58e214bfa" /><Relationship Type="http://schemas.openxmlformats.org/officeDocument/2006/relationships/notesMaster" Target="/ppt/notesMasters/notesMaster1.xml" Id="Rc26de1e2ff094a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fdbc56afa843eb" /><Relationship Type="http://schemas.openxmlformats.org/officeDocument/2006/relationships/notesMaster" Target="/ppt/notesMasters/notesMaster1.xml" Id="Ree208ebcc0dc4a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bc7df986724064" /><Relationship Type="http://schemas.openxmlformats.org/officeDocument/2006/relationships/notesMaster" Target="/ppt/notesMasters/notesMaster1.xml" Id="R6c060db6982b47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6ce8ddd3b04fc7" /><Relationship Type="http://schemas.openxmlformats.org/officeDocument/2006/relationships/notesMaster" Target="/ppt/notesMasters/notesMaster1.xml" Id="R8160c0fe546a4f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0e43f4741549ff" /><Relationship Type="http://schemas.openxmlformats.org/officeDocument/2006/relationships/notesMaster" Target="/ppt/notesMasters/notesMaster1.xml" Id="R135b7726f7cf45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f31d239a7a44ce" /><Relationship Type="http://schemas.openxmlformats.org/officeDocument/2006/relationships/notesMaster" Target="/ppt/notesMasters/notesMaster1.xml" Id="Rebaf2b59f1f145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1758e967c24ae3" /><Relationship Type="http://schemas.openxmlformats.org/officeDocument/2006/relationships/notesMaster" Target="/ppt/notesMasters/notesMaster1.xml" Id="R8cf3b17f3bb344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5ae2f62dce4eb2" /><Relationship Type="http://schemas.openxmlformats.org/officeDocument/2006/relationships/notesMaster" Target="/ppt/notesMasters/notesMaster1.xml" Id="Rd1bd1f0236c048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1ccdd81a6c7451b" /><Relationship Type="http://schemas.openxmlformats.org/officeDocument/2006/relationships/notesMaster" Target="/ppt/notesMasters/notesMaster1.xml" Id="R8d97a24f78a44f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764fa7d1c04426" /><Relationship Type="http://schemas.openxmlformats.org/officeDocument/2006/relationships/notesMaster" Target="/ppt/notesMasters/notesMaster1.xml" Id="Rc4c39f19a0e549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90a4415b034a1f" /><Relationship Type="http://schemas.openxmlformats.org/officeDocument/2006/relationships/notesMaster" Target="/ppt/notesMasters/notesMaster1.xml" Id="R5dc04a96fcd148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c9c3681b6b4e85" /><Relationship Type="http://schemas.openxmlformats.org/officeDocument/2006/relationships/notesMaster" Target="/ppt/notesMasters/notesMaster1.xml" Id="Re8b2eb5accb144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8db57917fc4e29" /><Relationship Type="http://schemas.openxmlformats.org/officeDocument/2006/relationships/notesMaster" Target="/ppt/notesMasters/notesMaster1.xml" Id="R18621675bb7343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337b3ce68f4b46" /><Relationship Type="http://schemas.openxmlformats.org/officeDocument/2006/relationships/notesMaster" Target="/ppt/notesMasters/notesMaster1.xml" Id="Re90cdefb129441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4189e39319460f" /><Relationship Type="http://schemas.openxmlformats.org/officeDocument/2006/relationships/notesMaster" Target="/ppt/notesMasters/notesMaster1.xml" Id="R385d2b6398d8452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96b082c7fa4523" /><Relationship Type="http://schemas.openxmlformats.org/officeDocument/2006/relationships/notesMaster" Target="/ppt/notesMasters/notesMaster1.xml" Id="R172861d4e3fe49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2b5176f16a4559" /><Relationship Type="http://schemas.openxmlformats.org/officeDocument/2006/relationships/notesMaster" Target="/ppt/notesMasters/notesMaster1.xml" Id="R7d81341a25f04be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b4d0dd0d5394fbe" /><Relationship Type="http://schemas.openxmlformats.org/officeDocument/2006/relationships/notesMaster" Target="/ppt/notesMasters/notesMaster1.xml" Id="R915c94270065420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bf8d667cfdf4440" /><Relationship Type="http://schemas.openxmlformats.org/officeDocument/2006/relationships/notesMaster" Target="/ppt/notesMasters/notesMaster1.xml" Id="R1eabf030ba36445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561f3ff105f4112" /><Relationship Type="http://schemas.openxmlformats.org/officeDocument/2006/relationships/notesMaster" Target="/ppt/notesMasters/notesMaster1.xml" Id="R63db843c3b4342f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3c0d3d75ac49d9" /><Relationship Type="http://schemas.openxmlformats.org/officeDocument/2006/relationships/notesMaster" Target="/ppt/notesMasters/notesMaster1.xml" Id="Ref9cdb81c02e411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0b0c2c76de4e99" /><Relationship Type="http://schemas.openxmlformats.org/officeDocument/2006/relationships/notesMaster" Target="/ppt/notesMasters/notesMaster1.xml" Id="R7a7c6a5ab590474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66616a07614064" /><Relationship Type="http://schemas.openxmlformats.org/officeDocument/2006/relationships/notesMaster" Target="/ppt/notesMasters/notesMaster1.xml" Id="Rd5f7f85b0abb44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e65c8cf4d794658" /><Relationship Type="http://schemas.openxmlformats.org/officeDocument/2006/relationships/notesMaster" Target="/ppt/notesMasters/notesMaster1.xml" Id="Rdc803e7abe4f487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e4430873a504b1e" /><Relationship Type="http://schemas.openxmlformats.org/officeDocument/2006/relationships/notesMaster" Target="/ppt/notesMasters/notesMaster1.xml" Id="R94de7e2c3b684a5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d4e0f3a28f24d07" /><Relationship Type="http://schemas.openxmlformats.org/officeDocument/2006/relationships/notesMaster" Target="/ppt/notesMasters/notesMaster1.xml" Id="Rb598e0865d2a4b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ac8e6358f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c88bce9a7c416a" /><Relationship Type="http://schemas.openxmlformats.org/officeDocument/2006/relationships/slideLayout" Target="/ppt/slideLayouts/slideLayout1.xml" Id="Ra73d824ce56841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3d824ce56841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001f01cf747e4" /><Relationship Type="http://schemas.openxmlformats.org/officeDocument/2006/relationships/image" Target="/ppt/media/image.jpeg" Id="R85b9c3240e754f08" /><Relationship Type="http://schemas.openxmlformats.org/officeDocument/2006/relationships/notesSlide" Target="/ppt/notesSlides/notesSlide1.xml" Id="R7f2f662cd61c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439a592034b88" /><Relationship Type="http://schemas.openxmlformats.org/officeDocument/2006/relationships/notesSlide" Target="/ppt/notesSlides/notesSlide2.xml" Id="R767875214dbe48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371604b6d4fd9" /><Relationship Type="http://schemas.openxmlformats.org/officeDocument/2006/relationships/image" Target="/ppt/media/image2.jpeg" Id="R31d1383fe429470a" /><Relationship Type="http://schemas.openxmlformats.org/officeDocument/2006/relationships/notesSlide" Target="/ppt/notesSlides/notesSlide3.xml" Id="Rb11664bac8d043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f3f9e18dd4310" /><Relationship Type="http://schemas.openxmlformats.org/officeDocument/2006/relationships/image" Target="/ppt/media/image3.jpeg" Id="Rff34659bbaa24757" /><Relationship Type="http://schemas.openxmlformats.org/officeDocument/2006/relationships/image" Target="/ppt/media/image4.jpeg" Id="R98144cd4f432424c" /><Relationship Type="http://schemas.openxmlformats.org/officeDocument/2006/relationships/image" Target="/ppt/media/image5.jpeg" Id="R788149a7eff14961" /><Relationship Type="http://schemas.openxmlformats.org/officeDocument/2006/relationships/notesSlide" Target="/ppt/notesSlides/notesSlide4.xml" Id="R8de9f71be6904b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89f2556a04227" /><Relationship Type="http://schemas.openxmlformats.org/officeDocument/2006/relationships/image" Target="/ppt/media/image6.jpeg" Id="R9fe7d89c366f4133" /><Relationship Type="http://schemas.openxmlformats.org/officeDocument/2006/relationships/image" Target="/ppt/media/image7.jpeg" Id="R01419e40223d49bd" /><Relationship Type="http://schemas.openxmlformats.org/officeDocument/2006/relationships/image" Target="/ppt/media/image8.jpeg" Id="Raf7da96806114941" /><Relationship Type="http://schemas.openxmlformats.org/officeDocument/2006/relationships/notesSlide" Target="/ppt/notesSlides/notesSlide5.xml" Id="R76a4bd4f8de449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952d12dfa4f8f" /><Relationship Type="http://schemas.openxmlformats.org/officeDocument/2006/relationships/image" Target="/ppt/media/image9.jpeg" Id="Re9ff772b2a9d4604" /><Relationship Type="http://schemas.openxmlformats.org/officeDocument/2006/relationships/image" Target="/ppt/media/image10.jpeg" Id="R835319371cb24b48" /><Relationship Type="http://schemas.openxmlformats.org/officeDocument/2006/relationships/image" Target="/ppt/media/image11.jpeg" Id="R3654e9badbfc49f1" /><Relationship Type="http://schemas.openxmlformats.org/officeDocument/2006/relationships/notesSlide" Target="/ppt/notesSlides/notesSlide6.xml" Id="Re9ca17a337404e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d69dd82974278" /><Relationship Type="http://schemas.openxmlformats.org/officeDocument/2006/relationships/image" Target="/ppt/media/image12.jpeg" Id="Rf9433b0ed2254b4f" /><Relationship Type="http://schemas.openxmlformats.org/officeDocument/2006/relationships/image" Target="/ppt/media/image13.jpeg" Id="Ref8eff6aeca54db8" /><Relationship Type="http://schemas.openxmlformats.org/officeDocument/2006/relationships/image" Target="/ppt/media/image14.jpeg" Id="R370bfedcfc1f4d5b" /><Relationship Type="http://schemas.openxmlformats.org/officeDocument/2006/relationships/notesSlide" Target="/ppt/notesSlides/notesSlide7.xml" Id="R9784b8a73a3449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3f16ff73e4811" /><Relationship Type="http://schemas.openxmlformats.org/officeDocument/2006/relationships/image" Target="/ppt/media/image15.jpeg" Id="R771422b2378d42e8" /><Relationship Type="http://schemas.openxmlformats.org/officeDocument/2006/relationships/image" Target="/ppt/media/image16.jpeg" Id="R9fe9c2efcb644261" /><Relationship Type="http://schemas.openxmlformats.org/officeDocument/2006/relationships/image" Target="/ppt/media/image17.jpeg" Id="R2ffa423a8caf4315" /><Relationship Type="http://schemas.openxmlformats.org/officeDocument/2006/relationships/notesSlide" Target="/ppt/notesSlides/notesSlide8.xml" Id="R4460a27377364e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86ec7a30b4069" /><Relationship Type="http://schemas.openxmlformats.org/officeDocument/2006/relationships/image" Target="/ppt/media/image18.jpeg" Id="Re0abe42738954d2e" /><Relationship Type="http://schemas.openxmlformats.org/officeDocument/2006/relationships/notesSlide" Target="/ppt/notesSlides/notesSlide9.xml" Id="Rb57ea1f427e04d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fc5520b354c2a" /><Relationship Type="http://schemas.openxmlformats.org/officeDocument/2006/relationships/image" Target="/ppt/media/image19.jpeg" Id="R1e03f23fae7f4aa5" /><Relationship Type="http://schemas.openxmlformats.org/officeDocument/2006/relationships/image" Target="/ppt/media/image20.jpeg" Id="Rd639f1e99c484301" /><Relationship Type="http://schemas.openxmlformats.org/officeDocument/2006/relationships/image" Target="/ppt/media/image21.jpeg" Id="R84da17017c3a4cb7" /><Relationship Type="http://schemas.openxmlformats.org/officeDocument/2006/relationships/notesSlide" Target="/ppt/notesSlides/notesSlide10.xml" Id="R067c77bd18da4e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04f7c02da4eb5" /><Relationship Type="http://schemas.openxmlformats.org/officeDocument/2006/relationships/image" Target="/ppt/media/image22.jpeg" Id="Rb624355a13cf4563" /><Relationship Type="http://schemas.openxmlformats.org/officeDocument/2006/relationships/image" Target="/ppt/media/image23.jpeg" Id="R29462c76c0624dbf" /><Relationship Type="http://schemas.openxmlformats.org/officeDocument/2006/relationships/notesSlide" Target="/ppt/notesSlides/notesSlide11.xml" Id="R34239df4ff684a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50668bb1d46f4" /><Relationship Type="http://schemas.openxmlformats.org/officeDocument/2006/relationships/image" Target="/ppt/media/image24.jpeg" Id="Ra9fd37b55cf24b7f" /><Relationship Type="http://schemas.openxmlformats.org/officeDocument/2006/relationships/notesSlide" Target="/ppt/notesSlides/notesSlide12.xml" Id="R38ec73cdf9b543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a2e48be2c4fca" /><Relationship Type="http://schemas.openxmlformats.org/officeDocument/2006/relationships/image" Target="/ppt/media/image25.jpeg" Id="R014dfa503e7143c2" /><Relationship Type="http://schemas.openxmlformats.org/officeDocument/2006/relationships/image" Target="/ppt/media/image26.jpeg" Id="R6f0d390bf39946ce" /><Relationship Type="http://schemas.openxmlformats.org/officeDocument/2006/relationships/image" Target="/ppt/media/image27.jpeg" Id="Rfc3644acaa7042a3" /><Relationship Type="http://schemas.openxmlformats.org/officeDocument/2006/relationships/notesSlide" Target="/ppt/notesSlides/notesSlide13.xml" Id="R0c1eeeeec9e84c4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e5cbd81724e6f" /><Relationship Type="http://schemas.openxmlformats.org/officeDocument/2006/relationships/image" Target="/ppt/media/image28.jpeg" Id="R11a8d506ce1343f1" /><Relationship Type="http://schemas.openxmlformats.org/officeDocument/2006/relationships/image" Target="/ppt/media/image29.jpeg" Id="R559d4e0feb194d94" /><Relationship Type="http://schemas.openxmlformats.org/officeDocument/2006/relationships/notesSlide" Target="/ppt/notesSlides/notesSlide14.xml" Id="R9efa75d87bff45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4c054947b47ff" /><Relationship Type="http://schemas.openxmlformats.org/officeDocument/2006/relationships/image" Target="/ppt/media/image30.jpeg" Id="Rf434d090ef454156" /><Relationship Type="http://schemas.openxmlformats.org/officeDocument/2006/relationships/notesSlide" Target="/ppt/notesSlides/notesSlide15.xml" Id="R3074792871734f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a6664943d4407" /><Relationship Type="http://schemas.openxmlformats.org/officeDocument/2006/relationships/image" Target="/ppt/media/image31.jpeg" Id="Rc6e0ac24e6ef407d" /><Relationship Type="http://schemas.openxmlformats.org/officeDocument/2006/relationships/image" Target="/ppt/media/image32.jpeg" Id="R97352c8af14845ba" /><Relationship Type="http://schemas.openxmlformats.org/officeDocument/2006/relationships/image" Target="/ppt/media/image33.jpeg" Id="Rf2c84a2786e549ef" /><Relationship Type="http://schemas.openxmlformats.org/officeDocument/2006/relationships/notesSlide" Target="/ppt/notesSlides/notesSlide16.xml" Id="Rabe561b747994b1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2c237b9554431" /><Relationship Type="http://schemas.openxmlformats.org/officeDocument/2006/relationships/image" Target="/ppt/media/image34.jpeg" Id="R23bc0bc81f9140d1" /><Relationship Type="http://schemas.openxmlformats.org/officeDocument/2006/relationships/image" Target="/ppt/media/image35.jpeg" Id="Rbea166f111ca4049" /><Relationship Type="http://schemas.openxmlformats.org/officeDocument/2006/relationships/notesSlide" Target="/ppt/notesSlides/notesSlide17.xml" Id="Ra7171a1ad50a45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3fe047acf49c3" /><Relationship Type="http://schemas.openxmlformats.org/officeDocument/2006/relationships/image" Target="/ppt/media/image36.jpeg" Id="R77cfc88464054d78" /><Relationship Type="http://schemas.openxmlformats.org/officeDocument/2006/relationships/notesSlide" Target="/ppt/notesSlides/notesSlide18.xml" Id="R3f1c505fe73448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1f74f6a9d43f8" /><Relationship Type="http://schemas.openxmlformats.org/officeDocument/2006/relationships/image" Target="/ppt/media/image37.jpeg" Id="Rfdef32d64dd7446f" /><Relationship Type="http://schemas.openxmlformats.org/officeDocument/2006/relationships/image" Target="/ppt/media/image38.jpeg" Id="R02402edad6d34a1a" /><Relationship Type="http://schemas.openxmlformats.org/officeDocument/2006/relationships/image" Target="/ppt/media/image39.jpeg" Id="Rb0a40310cef14e99" /><Relationship Type="http://schemas.openxmlformats.org/officeDocument/2006/relationships/notesSlide" Target="/ppt/notesSlides/notesSlide19.xml" Id="Rad532bfe06854d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c54f929f34aef" /><Relationship Type="http://schemas.openxmlformats.org/officeDocument/2006/relationships/image" Target="/ppt/media/image40.jpeg" Id="R77fc477bfeba49d8" /><Relationship Type="http://schemas.openxmlformats.org/officeDocument/2006/relationships/notesSlide" Target="/ppt/notesSlides/notesSlide20.xml" Id="R4c17962417864c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f1de9086b4fec" /><Relationship Type="http://schemas.openxmlformats.org/officeDocument/2006/relationships/image" Target="/ppt/media/image41.jpeg" Id="R162ec4e0603744ae" /><Relationship Type="http://schemas.openxmlformats.org/officeDocument/2006/relationships/image" Target="/ppt/media/image42.jpeg" Id="Rf98576e923ef43d7" /><Relationship Type="http://schemas.openxmlformats.org/officeDocument/2006/relationships/notesSlide" Target="/ppt/notesSlides/notesSlide21.xml" Id="Rfedada5fcbe14f4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184697cd244ab" /><Relationship Type="http://schemas.openxmlformats.org/officeDocument/2006/relationships/image" Target="/ppt/media/image43.jpeg" Id="R8b7e2fab91cf4905" /><Relationship Type="http://schemas.openxmlformats.org/officeDocument/2006/relationships/notesSlide" Target="/ppt/notesSlides/notesSlide22.xml" Id="Rb638d504073c41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76cc4fb9e40d1" /><Relationship Type="http://schemas.openxmlformats.org/officeDocument/2006/relationships/image" Target="/ppt/media/image44.jpeg" Id="R951d009a0b6943fb" /><Relationship Type="http://schemas.openxmlformats.org/officeDocument/2006/relationships/image" Target="/ppt/media/image45.jpeg" Id="R3e15c1a279fc4e9a" /><Relationship Type="http://schemas.openxmlformats.org/officeDocument/2006/relationships/image" Target="/ppt/media/image46.jpeg" Id="R2e390e14a8294655" /><Relationship Type="http://schemas.openxmlformats.org/officeDocument/2006/relationships/notesSlide" Target="/ppt/notesSlides/notesSlide23.xml" Id="R1de7ac0a90194f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b3c0e6c2540aa" /><Relationship Type="http://schemas.openxmlformats.org/officeDocument/2006/relationships/image" Target="/ppt/media/image47.jpeg" Id="R5a14bdd3ee214472" /><Relationship Type="http://schemas.openxmlformats.org/officeDocument/2006/relationships/image" Target="/ppt/media/image48.jpeg" Id="R898d02982a814d2b" /><Relationship Type="http://schemas.openxmlformats.org/officeDocument/2006/relationships/notesSlide" Target="/ppt/notesSlides/notesSlide24.xml" Id="R808e497b68cd489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62eacabe84035" /><Relationship Type="http://schemas.openxmlformats.org/officeDocument/2006/relationships/image" Target="/ppt/media/image49.jpeg" Id="R169438f74e644075" /><Relationship Type="http://schemas.openxmlformats.org/officeDocument/2006/relationships/notesSlide" Target="/ppt/notesSlides/notesSlide25.xml" Id="R085807eb090f47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1937ce97b42bb" /><Relationship Type="http://schemas.openxmlformats.org/officeDocument/2006/relationships/image" Target="/ppt/media/image50.jpeg" Id="R34af67683eb641be" /><Relationship Type="http://schemas.openxmlformats.org/officeDocument/2006/relationships/image" Target="/ppt/media/image51.jpeg" Id="R0f29be729d44413e" /><Relationship Type="http://schemas.openxmlformats.org/officeDocument/2006/relationships/image" Target="/ppt/media/image52.jpeg" Id="Ra99af5c70f0047c3" /><Relationship Type="http://schemas.openxmlformats.org/officeDocument/2006/relationships/notesSlide" Target="/ppt/notesSlides/notesSlide26.xml" Id="R7fd577ed6f594ac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720ab74d644d5" /><Relationship Type="http://schemas.openxmlformats.org/officeDocument/2006/relationships/image" Target="/ppt/media/image53.jpeg" Id="R4e9eab8c00104872" /><Relationship Type="http://schemas.openxmlformats.org/officeDocument/2006/relationships/image" Target="/ppt/media/image54.jpeg" Id="R031239716e834fa4" /><Relationship Type="http://schemas.openxmlformats.org/officeDocument/2006/relationships/image" Target="/ppt/media/image55.jpeg" Id="R7986ff58a2394861" /><Relationship Type="http://schemas.openxmlformats.org/officeDocument/2006/relationships/notesSlide" Target="/ppt/notesSlides/notesSlide27.xml" Id="Rf67159a0287d4f4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b5f0993124bb4" /><Relationship Type="http://schemas.openxmlformats.org/officeDocument/2006/relationships/image" Target="/ppt/media/image56.jpeg" Id="Rc3bcc2bb0a484282" /><Relationship Type="http://schemas.openxmlformats.org/officeDocument/2006/relationships/image" Target="/ppt/media/image57.jpeg" Id="Rf7c62a2a34e64bf9" /><Relationship Type="http://schemas.openxmlformats.org/officeDocument/2006/relationships/image" Target="/ppt/media/image58.jpeg" Id="R50862628a7b74ab9" /><Relationship Type="http://schemas.openxmlformats.org/officeDocument/2006/relationships/notesSlide" Target="/ppt/notesSlides/notesSlide28.xml" Id="R865c8aa121af449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4c673450b4250" /><Relationship Type="http://schemas.openxmlformats.org/officeDocument/2006/relationships/image" Target="/ppt/media/image59.jpeg" Id="R0a9d67d6f9724f07" /><Relationship Type="http://schemas.openxmlformats.org/officeDocument/2006/relationships/image" Target="/ppt/media/image60.jpeg" Id="R971524dc8b5843b3" /><Relationship Type="http://schemas.openxmlformats.org/officeDocument/2006/relationships/image" Target="/ppt/media/image61.jpeg" Id="R63e73c868ecf4142" /><Relationship Type="http://schemas.openxmlformats.org/officeDocument/2006/relationships/notesSlide" Target="/ppt/notesSlides/notesSlide29.xml" Id="R61875e9286ab412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21c46f7754306" /><Relationship Type="http://schemas.openxmlformats.org/officeDocument/2006/relationships/notesSlide" Target="/ppt/notesSlides/notesSlide30.xml" Id="R33c3d5c9fda84b0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7006bb9e46a7" /><Relationship Type="http://schemas.openxmlformats.org/officeDocument/2006/relationships/notesSlide" Target="/ppt/notesSlides/notesSlide31.xml" Id="Rc62b760bec854b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87F26-19C6-4AB9-8C52-EA8AE74A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9c3240e754f08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70F89-F23F-476B-A481-7F1F2D4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0"/>
            <a:ext cx="23812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D0D0D"/>
              </a:gs>
              <a:gs pos="100000">
                <a:srgbClr val="0D0D0D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0630B-239D-42D2-B3F6-99046FCD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2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МАРИНА</a:t>
            </a:r>
          </a:p>
          <a:p xmlns:a="http://schemas.openxmlformats.org/drawingml/2006/main">
            <a:pPr>
              <a:lnSpc>
                <a:spcPct val="82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УСТИНОВСКАЯ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4CF90-2CD7-4697-A555-39262AD3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ПОРТФОЛИО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2100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F6F04-4E8F-421D-8A84-D99D8FC0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A6A6A2"/>
                </a:solidFill>
                <a:latin typeface="Arial"/>
                <a:ea typeface="Arial"/>
                <a:cs typeface="Arial"/>
              </a:rPr>
              <a:t>Коммуникационный и продуктовый дизайн,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575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A6A6A2"/>
                </a:solidFill>
                <a:latin typeface="Arial"/>
                <a:ea typeface="Arial"/>
                <a:cs typeface="Arial"/>
              </a:rPr>
              <a:t>интерфейсы, AI и генеративные инструменты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C69F1-2B32-4646-A909-2F83B06A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SELECTED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CDA46-8BA6-41B3-96BD-A892D56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0756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33B5DD-D4E6-4BA6-A723-B7A2D3BC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1333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74692-47D2-48C0-9C48-EA484339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6750"/>
            <a:ext cx="742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3300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МУЛЬТИДИСЦИПЛИНАРНЫЙ</a:t>
            </a:r>
          </a:p>
          <a:p xmlns:a="http://schemas.openxmlformats.org/drawingml/2006/main">
            <a:pPr>
              <a:lnSpc>
                <a:spcPct val="88000"/>
              </a:lnSpc>
              <a:buNone/>
              <a:defRPr sz="3300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ДИЗАЙНЕР ИЗ МОСКВЫ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E0373-A31D-4D5B-A4B3-8D368CB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375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3 года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EC2D7-E0B1-4160-9A20-3166CF84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6E6E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E6E6A"/>
                </a:solidFill>
                <a:latin typeface="Arial"/>
                <a:ea typeface="Arial"/>
                <a:cs typeface="Arial"/>
              </a:rPr>
              <a:t>коммуникационный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6E6E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E6E6A"/>
                </a:solidFill>
                <a:latin typeface="Arial"/>
                <a:ea typeface="Arial"/>
                <a:cs typeface="Arial"/>
              </a:rPr>
              <a:t>дизайн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B18D6-6C3B-414B-9C24-236B01C4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479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375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2 года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BBED5-9683-4F19-BF5B-8B22349A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385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6E6E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E6E6A"/>
                </a:solidFill>
                <a:latin typeface="Arial"/>
                <a:ea typeface="Arial"/>
                <a:cs typeface="Arial"/>
              </a:rPr>
              <a:t>продуктовый дизайн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500">
                <a:solidFill>
                  <a:srgbClr val="6E6E6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6E6E6A"/>
                </a:solidFill>
                <a:latin typeface="Arial"/>
                <a:ea typeface="Arial"/>
                <a:cs typeface="Arial"/>
              </a:rPr>
              <a:t>и UX/UI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29523-F6A9-402B-88E4-85FE736C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333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3DAAD-04BB-4819-89A3-A4F1A97B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62250"/>
            <a:ext cx="342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292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КОМДИЗ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292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ПРОДУКТЫ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2925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AI /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1B948-3FA6-40F4-B03C-85F4B3D3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7334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>
                <a:solidFill>
                  <a:srgbClr val="50504D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0504D"/>
                </a:solidFill>
                <a:latin typeface="Arial"/>
                <a:ea typeface="Arial"/>
                <a:cs typeface="Arial"/>
              </a:rPr>
              <a:t>Кейсы дальше показывают диапазон: от айдентики и печати до сложных интерфейсов и собственных digital-инструментов.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B8048-2A00-4058-8DDA-6A738EF1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7777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77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3631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D89394-9193-4CFC-A11A-35411F6D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2A549-64C7-422F-8EDF-50F6E984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E9F62-4999-4EE8-98BF-F246600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FB699-BA6C-411A-AD41-02A83179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Айдентика электронной музыкальной группы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E8D7B-5862-4C58-9934-BB1FA71B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КОМДИЗ   /   AI   /   ВАЙБКОДИНГ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DB12F-0C0D-4402-A4DB-09760A0B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Живая визуальная система вокруг скачка напряжения: динамический логотип, деформированная типографика, растровые текстуры и кислотные импульсы внутри чёрно-белой основы.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5B542-7CDD-44D0-B253-C8662538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26582-A255-4C2E-9B21-5AFF434E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Разработала гибкую айдентику и систему носителей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0EBE3-F570-42F8-BE70-FE2D5775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6D052-1AEB-4633-85CF-8605675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Создала генеративный редактор для трансформации графики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61A1A-F828-4744-B213-D3151AE8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6BBAE-125C-49D0-BA78-BCA87D73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Связала визуал с музыкой, камерой и фотографиями в реальном времени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CA7182-F5E5-4E45-918A-893B279C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1383fe429470a"/>
          <a:stretch xmlns:a="http://schemas.openxmlformats.org/drawingml/2006/main"/>
        </p:blipFill>
        <p:spPr>
          <a:xfrm xmlns:a="http://schemas.openxmlformats.org/drawingml/2006/main">
            <a:off x="5619750" y="1719858"/>
            <a:ext cx="6076950" cy="3418284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802B61-9719-44EF-BE88-EEEDDB82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C2663-5671-452E-9C64-F301ADDA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7131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EC9038-B3A5-4C03-A975-0C86C392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D34BA-CFC3-43F2-B413-2971370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F77F9-2630-43D0-BE37-9BB33801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0A2C6-A2B4-4208-8E83-28B9C58A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18092-598A-47A7-BC59-B03232DA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4659bbaa24757"/>
          <a:stretch xmlns:a="http://schemas.openxmlformats.org/drawingml/2006/main"/>
        </p:blipFill>
        <p:spPr>
          <a:xfrm xmlns:a="http://schemas.openxmlformats.org/drawingml/2006/main">
            <a:off x="495300" y="1510903"/>
            <a:ext cx="7124700" cy="4007644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A0CA4-C3DD-4DBF-B449-9F48F96F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44cd4f432424c"/>
          <a:stretch xmlns:a="http://schemas.openxmlformats.org/drawingml/2006/main"/>
        </p:blipFill>
        <p:spPr>
          <a:xfrm xmlns:a="http://schemas.openxmlformats.org/drawingml/2006/main">
            <a:off x="7886700" y="1009650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8E07E-9BEE-4A57-B1CD-BC9E6C5C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149a7eff14961"/>
          <a:stretch xmlns:a="http://schemas.openxmlformats.org/drawingml/2006/main"/>
        </p:blipFill>
        <p:spPr>
          <a:xfrm xmlns:a="http://schemas.openxmlformats.org/drawingml/2006/main">
            <a:off x="7886700" y="3876675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AC92-79C7-4157-A872-07D3077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42808-79C0-40D3-BA4F-56CA47D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33295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703448-1DAF-47D0-BC3F-30C5E7EF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03BEE-F8BE-428F-89B9-81A5DCD5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C2E59-0620-47B9-A89A-1CF5135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5613B-F30B-42F3-9865-48FAFB89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4D1EC-3312-4CF9-A7F8-82312803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d89c366f4133"/>
          <a:stretch xmlns:a="http://schemas.openxmlformats.org/drawingml/2006/main"/>
        </p:blipFill>
        <p:spPr>
          <a:xfrm xmlns:a="http://schemas.openxmlformats.org/drawingml/2006/main">
            <a:off x="495300" y="1510903"/>
            <a:ext cx="7124700" cy="4007644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D901D-B55C-4AA5-90E3-6A80B97A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19e40223d49bd"/>
          <a:stretch xmlns:a="http://schemas.openxmlformats.org/drawingml/2006/main"/>
        </p:blipFill>
        <p:spPr>
          <a:xfrm xmlns:a="http://schemas.openxmlformats.org/drawingml/2006/main">
            <a:off x="7886700" y="1009650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09ADB-36AA-4495-A2A9-D202C52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da96806114941"/>
          <a:stretch xmlns:a="http://schemas.openxmlformats.org/drawingml/2006/main"/>
        </p:blipFill>
        <p:spPr>
          <a:xfrm xmlns:a="http://schemas.openxmlformats.org/drawingml/2006/main">
            <a:off x="7886700" y="3876675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459F6-4787-451F-B1C2-52792F45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09BD6-77F8-417C-99CC-DC1592F5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20628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0A486-9610-4435-9F2A-F117DEA6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A0818-CD0B-42C9-8DCC-FC821B40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0EA9B-B5CB-419C-8BDC-21FB2874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4289E-2F2A-4A77-95F0-285AFF0F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96878-B7A9-458C-A595-1F643106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f772b2a9d4604"/>
          <a:stretch xmlns:a="http://schemas.openxmlformats.org/drawingml/2006/main"/>
        </p:blipFill>
        <p:spPr>
          <a:xfrm xmlns:a="http://schemas.openxmlformats.org/drawingml/2006/main">
            <a:off x="495300" y="1510903"/>
            <a:ext cx="7124700" cy="4007644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C9FAF-4BCE-46C3-B902-AB83D302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319371cb24b48"/>
          <a:stretch xmlns:a="http://schemas.openxmlformats.org/drawingml/2006/main"/>
        </p:blipFill>
        <p:spPr>
          <a:xfrm xmlns:a="http://schemas.openxmlformats.org/drawingml/2006/main">
            <a:off x="7886700" y="1009650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45CB9-F112-4181-9D32-DE84DB6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4e9badbfc49f1"/>
          <a:stretch xmlns:a="http://schemas.openxmlformats.org/drawingml/2006/main"/>
        </p:blipFill>
        <p:spPr>
          <a:xfrm xmlns:a="http://schemas.openxmlformats.org/drawingml/2006/main">
            <a:off x="7886700" y="3876675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02D87-9F84-4D86-98A0-BFD43779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B8963-09E0-4FB9-89B6-057759BA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2433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D5F084-1C21-417D-850F-1E788D8E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DF784-02D1-4A95-97EB-2E75BA52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BCC8F-48DD-46BE-9638-7EFFD56D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B82DF-CEDC-4F56-A7CA-530730E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90DD8-B253-44CD-BD3F-C364A8A7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33b0ed2254b4f"/>
          <a:stretch xmlns:a="http://schemas.openxmlformats.org/drawingml/2006/main"/>
        </p:blipFill>
        <p:spPr>
          <a:xfrm xmlns:a="http://schemas.openxmlformats.org/drawingml/2006/main">
            <a:off x="495300" y="1510903"/>
            <a:ext cx="7124700" cy="4007644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9B658-D5D2-43AF-B576-17A15466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eff6aeca54db8"/>
          <a:stretch xmlns:a="http://schemas.openxmlformats.org/drawingml/2006/main"/>
        </p:blipFill>
        <p:spPr>
          <a:xfrm xmlns:a="http://schemas.openxmlformats.org/drawingml/2006/main">
            <a:off x="7886700" y="1009650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AEFD9-2D97-4174-9C46-AFAE830A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bfedcfc1f4d5b"/>
          <a:stretch xmlns:a="http://schemas.openxmlformats.org/drawingml/2006/main"/>
        </p:blipFill>
        <p:spPr>
          <a:xfrm xmlns:a="http://schemas.openxmlformats.org/drawingml/2006/main">
            <a:off x="7886700" y="3876675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069E8-3BE8-417C-92E0-C07010AA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F0A17-5804-4436-AFD9-970D0ED1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1216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A7A80-AA09-437F-A1FF-677E5B59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4F4B1-ECD3-40F1-A8A2-91439E4D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01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5CA7C-EBEE-421B-87C7-6B6851E4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DFA9F-BF4F-4DB8-9C99-EC35DEF8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D450C-7BB9-4B42-A068-20598E84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422b2378d42e8"/>
          <a:stretch xmlns:a="http://schemas.openxmlformats.org/drawingml/2006/main"/>
        </p:blipFill>
        <p:spPr>
          <a:xfrm xmlns:a="http://schemas.openxmlformats.org/drawingml/2006/main">
            <a:off x="495300" y="1510903"/>
            <a:ext cx="7124700" cy="4007644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D2BDB-955D-45B7-A002-D7F8FFA3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9c2efcb644261"/>
          <a:stretch xmlns:a="http://schemas.openxmlformats.org/drawingml/2006/main"/>
        </p:blipFill>
        <p:spPr>
          <a:xfrm xmlns:a="http://schemas.openxmlformats.org/drawingml/2006/main">
            <a:off x="7886700" y="1009650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0B56F-6246-417F-AC70-D4A41610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a423a8caf4315"/>
          <a:stretch xmlns:a="http://schemas.openxmlformats.org/drawingml/2006/main"/>
        </p:blipFill>
        <p:spPr>
          <a:xfrm xmlns:a="http://schemas.openxmlformats.org/drawingml/2006/main">
            <a:off x="7886700" y="3876675"/>
            <a:ext cx="3810000" cy="214312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573BD-5A9D-43EA-B907-5953F40A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ELECTRIC 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DBAA5-5EA0-48D0-8B58-CFAAC41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3533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6F91C-FE12-4120-A0F9-7733831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05A71-ABF9-4F17-A562-12B831D0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6416D-EE70-4F4D-AF5E-E2CDB8E1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Вещь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87873-38B4-42E1-8B78-A3D92341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Айдентика поп-ап маркета локальной моды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2FC26-52FD-4C6E-A788-88077601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КОМДИЗ   /   БРЕНДИНГ   /  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97F9B-6116-42EF-8694-2EF10209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Гибкая визуальная система объединяет локальных дизайнеров, продажи, лекции и показы в одном сезонном пространстве.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906C8-0D96-47D1-A85C-E4F76BC3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77D3F-4D3F-455F-9629-4815208A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Логотип, фирменный стиль и модульная сетка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D16C1-C83F-4288-8D21-EE8A5DA9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5E48C-9647-49FB-8B36-3AB5D789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Баннеры, бейджи, пакеты и навигация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5CFFA-786B-40E3-9B47-06BACD60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B32C2-88C2-43AC-BC8F-2B893B7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Социальные сети и сайт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C5485-8E7F-4C73-9546-A9CE2A79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be42738954d2e"/>
          <a:stretch xmlns:a="http://schemas.openxmlformats.org/drawingml/2006/main"/>
        </p:blipFill>
        <p:spPr>
          <a:xfrm xmlns:a="http://schemas.openxmlformats.org/drawingml/2006/main">
            <a:off x="5619750" y="1719858"/>
            <a:ext cx="6076950" cy="3418284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DDEDF-F15A-4FE8-B907-C7CF0AB6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ВЕЩЬ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A13B2-8D8F-475F-A35C-454CB545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28244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52A5C-EE38-4B98-9BD6-A758BFE0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2F629-8E5C-474E-A398-75D593A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1EB84-C433-4B8B-9DDC-A0BDEA908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Вещь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64A5B-B1FD-4255-955E-DD9C8D9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697B8-C3C5-4D51-BF21-A43B9564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3f23fae7f4aa5"/>
          <a:stretch xmlns:a="http://schemas.openxmlformats.org/drawingml/2006/main"/>
        </p:blipFill>
        <p:spPr>
          <a:xfrm xmlns:a="http://schemas.openxmlformats.org/drawingml/2006/main">
            <a:off x="495300" y="1509454"/>
            <a:ext cx="7124700" cy="4010542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8D2AA-4C80-4361-A7C2-03DBE3BF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9f1e99c484301"/>
          <a:stretch xmlns:a="http://schemas.openxmlformats.org/drawingml/2006/main"/>
        </p:blipFill>
        <p:spPr>
          <a:xfrm xmlns:a="http://schemas.openxmlformats.org/drawingml/2006/main">
            <a:off x="7886700" y="1008875"/>
            <a:ext cx="3810000" cy="214467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52A1D-C268-4315-930D-391A2D8B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a17017c3a4cb7"/>
          <a:stretch xmlns:a="http://schemas.openxmlformats.org/drawingml/2006/main"/>
        </p:blipFill>
        <p:spPr>
          <a:xfrm xmlns:a="http://schemas.openxmlformats.org/drawingml/2006/main">
            <a:off x="7886700" y="3875900"/>
            <a:ext cx="3810000" cy="214467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5DD4A-E531-4205-9C22-E13279F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ВЕЩЬ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383E92-E92A-47C1-99A6-31CF5EE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5375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0F6C8-F141-4DB9-8A5C-881FFA7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FD6FD-E02C-4165-AB6B-5DC56260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11541-742F-4E32-B98C-8054590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Вещь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EC0F4-9DB7-4B85-9FEE-17831EA9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61F90-57F0-4AAC-AEE9-B243D40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4355a13cf4563"/>
          <a:stretch xmlns:a="http://schemas.openxmlformats.org/drawingml/2006/main"/>
        </p:blipFill>
        <p:spPr>
          <a:xfrm xmlns:a="http://schemas.openxmlformats.org/drawingml/2006/main">
            <a:off x="495300" y="1975921"/>
            <a:ext cx="5467350" cy="3077608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C7E0D-7061-4768-8A98-E76C42E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62c76c0624dbf"/>
          <a:stretch xmlns:a="http://schemas.openxmlformats.org/drawingml/2006/main"/>
        </p:blipFill>
        <p:spPr>
          <a:xfrm xmlns:a="http://schemas.openxmlformats.org/drawingml/2006/main">
            <a:off x="6229350" y="1977033"/>
            <a:ext cx="5467350" cy="3075384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38138-55F5-4EAD-A6BB-A23D806E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ВЕЩЬ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CBDB0-3CD2-4519-9275-E49FBA9A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371116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33EFD-FE3E-46DE-84D2-C254BADD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FDC5F-FB28-44AE-B9CF-D97EE6CC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52619-56B0-44E7-8B85-2D3E7D00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6DAC6-A18B-42B8-8671-3DC5BC2B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Коммуникационный и продуктовый дизайн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830AF-9470-48B1-859C-D42D684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КОМДИЗ   /   ИНТЕРФЕЙСЫ   /  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A5B60-5A6B-4373-B7EE-09A8E32B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Работа внутри Ozon Tech: от коммуникационных кампаний и DevRel до продуктовых интерфейсов и развития визуальных систем.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FFB24-4918-4399-A188-9853BF80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4A461-E897-4E07-B9F6-DD504B8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Баннеры, лендинги, сторис, дайджесты и мерч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BB415-D16C-4203-85DB-FDDE646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7E50A-DF02-41F6-AA96-06586FF6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Поддержка визуального языка продуктов и инициатив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E2917-DB42-40E6-8D66-4F3D31AA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C8870-CC9B-427B-A138-6EC3CED5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3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Продуктовые фичи, UX-гипотезы и внедрение решений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4B34B-9C2F-46DF-8274-ACDB5A5C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d37b55cf24b7f"/>
          <a:stretch xmlns:a="http://schemas.openxmlformats.org/drawingml/2006/main"/>
        </p:blipFill>
        <p:spPr>
          <a:xfrm xmlns:a="http://schemas.openxmlformats.org/drawingml/2006/main">
            <a:off x="5619750" y="1822431"/>
            <a:ext cx="6076950" cy="3213138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58C40C-FF94-4EA4-8107-51780C77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E683D-7C13-46E9-8F2F-5A39B746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6008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E744F-C816-48FA-B106-53605547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CD57C-3701-48FB-89EB-0A1B57E1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7F35C-EFB8-477B-A613-1CBB2454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2574B-5444-4E69-AACC-B3ED0CFC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7D485-D9C6-406B-97A1-8B9BF42D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4dfa503e7143c2"/>
          <a:stretch xmlns:a="http://schemas.openxmlformats.org/drawingml/2006/main"/>
        </p:blipFill>
        <p:spPr>
          <a:xfrm xmlns:a="http://schemas.openxmlformats.org/drawingml/2006/main">
            <a:off x="495300" y="1644684"/>
            <a:ext cx="7124700" cy="3740081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AE26B-68A2-4D10-9AE4-199FB49E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d390bf39946ce"/>
          <a:stretch xmlns:a="http://schemas.openxmlformats.org/drawingml/2006/main"/>
        </p:blipFill>
        <p:spPr>
          <a:xfrm xmlns:a="http://schemas.openxmlformats.org/drawingml/2006/main">
            <a:off x="7886700" y="1009779"/>
            <a:ext cx="3810000" cy="2142866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4F288-F4C4-41B4-87C2-59D00F31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644acaa7042a3"/>
          <a:stretch xmlns:a="http://schemas.openxmlformats.org/drawingml/2006/main"/>
        </p:blipFill>
        <p:spPr>
          <a:xfrm xmlns:a="http://schemas.openxmlformats.org/drawingml/2006/main">
            <a:off x="7886700" y="3876804"/>
            <a:ext cx="3810000" cy="2142866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5495B-1AEA-465C-AF7C-E78BA015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F2A27-E030-466C-A872-B07CE2DB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337082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A9820-D4A6-4DC0-8C4B-903AB3FC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9D93A-5CA7-48EE-B821-4FA54859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CE9EA-51D0-4202-A098-E4943E90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FC184-8B8F-4593-9F94-2B9ADC07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5BA06-14D3-4C04-9461-7FA0CD00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a8d506ce1343f1"/>
          <a:stretch xmlns:a="http://schemas.openxmlformats.org/drawingml/2006/main"/>
        </p:blipFill>
        <p:spPr>
          <a:xfrm xmlns:a="http://schemas.openxmlformats.org/drawingml/2006/main">
            <a:off x="495300" y="1956649"/>
            <a:ext cx="5467350" cy="3116152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C714F-170A-499E-9B37-E579F61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d4e0feb194d94"/>
          <a:stretch xmlns:a="http://schemas.openxmlformats.org/drawingml/2006/main"/>
        </p:blipFill>
        <p:spPr>
          <a:xfrm xmlns:a="http://schemas.openxmlformats.org/drawingml/2006/main">
            <a:off x="6229350" y="2048454"/>
            <a:ext cx="5467350" cy="2932542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7145C-885D-4F7A-955E-1EFDFBD6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4C09D-B830-47D2-96C8-BD407FF2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305314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BB419-50AD-4102-A982-C5E50CFB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00037-2612-4F83-B2CB-46198224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3D7CB-08BD-47E7-9A6E-FE106DE6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36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Книга о Бродском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4BF25-1F91-4073-8E99-04E9B32D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Редакционный дизайн и печать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98C08-C718-47D7-9979-240855CD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КОМДИЗ   /   EDITORIAL   /   ПЕЧАТЬ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A3E49-33CA-435E-9B23-0743A8DA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Книга о состоянии между присутствием и отсутствием. Изгнание раскрывается как непрерывный маршрут через города, документы и память.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C45F0-8FFC-4B3E-A0E6-0082B922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C6AE2-657C-47E5-B2D8-C9D45D40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Визуальная система и композиция разворотов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DE4CE-8669-43FA-A26E-2EA26D66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15C0F-1F5D-4025-90CD-81BE5648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Полная вёрстка многостраничного издания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A71D1-56A3-4C8E-99DA-7ED7D314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162C1-1B30-4F80-BC90-6187329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Подбор бумаги, тесты просвечивания и подготовка к печати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5963B-ED3C-49DB-83CC-BAD21433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4d090ef454156"/>
          <a:stretch xmlns:a="http://schemas.openxmlformats.org/drawingml/2006/main"/>
        </p:blipFill>
        <p:spPr>
          <a:xfrm xmlns:a="http://schemas.openxmlformats.org/drawingml/2006/main">
            <a:off x="5619750" y="1719858"/>
            <a:ext cx="6076950" cy="3418284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94567-77B4-44C6-A823-F2C795D8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КНИГА О БРОДСКОМ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154C6-E595-44B7-A786-D1F37A3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73430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76C603-6485-43A0-B3B9-B5634A66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C7EF9-9B69-4EBD-86BB-31A7D759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8EBD7-6BE1-43B0-81D9-F205EDD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Книга о Бродском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A6871-E55A-4122-B1F7-3C2C535C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4823F-1D7A-422E-BECF-DB88AAF7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0ac24e6ef407d"/>
          <a:stretch xmlns:a="http://schemas.openxmlformats.org/drawingml/2006/main"/>
        </p:blipFill>
        <p:spPr>
          <a:xfrm xmlns:a="http://schemas.openxmlformats.org/drawingml/2006/main">
            <a:off x="495300" y="1509454"/>
            <a:ext cx="7124700" cy="4010542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82AE5-763C-4E87-A8AE-32F43855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52c8af14845ba"/>
          <a:stretch xmlns:a="http://schemas.openxmlformats.org/drawingml/2006/main"/>
        </p:blipFill>
        <p:spPr>
          <a:xfrm xmlns:a="http://schemas.openxmlformats.org/drawingml/2006/main">
            <a:off x="7886700" y="1008875"/>
            <a:ext cx="3810000" cy="214467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553E6-D986-4A5C-8288-124B5C9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84a2786e549ef"/>
          <a:stretch xmlns:a="http://schemas.openxmlformats.org/drawingml/2006/main"/>
        </p:blipFill>
        <p:spPr>
          <a:xfrm xmlns:a="http://schemas.openxmlformats.org/drawingml/2006/main">
            <a:off x="7886700" y="3875900"/>
            <a:ext cx="3810000" cy="214467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67971-C70E-4AD5-B980-9C24443F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КНИГА О БРОДСКОМ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CCE4FE-18EC-42C8-AE22-F8B3B758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414896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1AAFC0-644B-4DA9-A9E5-CA366CE6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2C59B-A4F0-43E0-9635-377EFAFF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B4488-F646-4F89-BF5A-9635231E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Книга о Бродском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64D71-0A0A-4072-9FD2-3F398A2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B0B49-2435-4D39-8D76-8A174BC9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c0bc81f9140d1"/>
          <a:stretch xmlns:a="http://schemas.openxmlformats.org/drawingml/2006/main"/>
        </p:blipFill>
        <p:spPr>
          <a:xfrm xmlns:a="http://schemas.openxmlformats.org/drawingml/2006/main">
            <a:off x="495300" y="916527"/>
            <a:ext cx="5467350" cy="5196395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D8AB-1564-4179-B559-85CE9F3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166f111ca4049"/>
          <a:stretch xmlns:a="http://schemas.openxmlformats.org/drawingml/2006/main"/>
        </p:blipFill>
        <p:spPr>
          <a:xfrm xmlns:a="http://schemas.openxmlformats.org/drawingml/2006/main">
            <a:off x="6229350" y="1975921"/>
            <a:ext cx="5467350" cy="3077608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16D25-178D-4D23-91D4-08BBDB91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КНИГА О БРОДСКОМ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D5213-8BFB-477F-BC38-5F05AE37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726880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332024-4480-45A6-BD08-09A310D8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26850-8B27-45F3-8EC7-A012459B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05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CCE1D-9597-4280-8DBF-8E652186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4FFC0-04B7-4DFE-BFB3-6DEB1E93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Медиа-платформа о motion design и VFX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017C3-15E3-470E-B500-EECFC9D2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WEB   /   ИНТЕРФЕЙСЫ   /  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5DD35-058F-495D-8931-CA402C3C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Медиа-сервис объединяет визуальные исследования, кейсы и референсы с фокусом на экспериментальную эстетику и технологии постпродакшена.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5D217-84B2-4427-9D0B-4916C33A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41C35-9235-43ED-BDE2-FAD49C4A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8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Исследование аудитории и проектирование структуры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45EF6-7C91-4647-8FC8-C7757A65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FEF6F-9DA3-481B-8B51-DD235300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UX/UI для web и mobile web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485DB-4313-4279-9B98-B4D8E2A8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80329-5834-4296-97D1-EF461AF0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Дизайн-система, тестирование и итеративные доработки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85223-86DE-4F80-8C20-0AA85EAA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cfc88464054d78"/>
          <a:stretch xmlns:a="http://schemas.openxmlformats.org/drawingml/2006/main"/>
        </p:blipFill>
        <p:spPr>
          <a:xfrm xmlns:a="http://schemas.openxmlformats.org/drawingml/2006/main">
            <a:off x="5619750" y="1719014"/>
            <a:ext cx="6076950" cy="3419972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285F6-2042-46FA-8BC3-07861339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B1CDB-E502-436A-85F0-F394E20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501012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DE8CA-43E7-4654-B128-C6524A5B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84FA4-5157-44B8-87B8-52470B12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05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7483B-B4C4-4141-8B92-9D9D6829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888B0-1B88-476A-981B-E2AF5CCC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740FB-7426-4C83-AFFE-75534434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f32d64dd7446f"/>
          <a:stretch xmlns:a="http://schemas.openxmlformats.org/drawingml/2006/main"/>
        </p:blipFill>
        <p:spPr>
          <a:xfrm xmlns:a="http://schemas.openxmlformats.org/drawingml/2006/main">
            <a:off x="495300" y="1509454"/>
            <a:ext cx="7124700" cy="4010542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5D279-F81F-4C79-8DDE-9E058D33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02edad6d34a1a"/>
          <a:stretch xmlns:a="http://schemas.openxmlformats.org/drawingml/2006/main"/>
        </p:blipFill>
        <p:spPr>
          <a:xfrm xmlns:a="http://schemas.openxmlformats.org/drawingml/2006/main">
            <a:off x="7886700" y="1008875"/>
            <a:ext cx="3810000" cy="214467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04540-9E84-4E43-AB20-08D1C928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40310cef14e99"/>
          <a:stretch xmlns:a="http://schemas.openxmlformats.org/drawingml/2006/main"/>
        </p:blipFill>
        <p:spPr>
          <a:xfrm xmlns:a="http://schemas.openxmlformats.org/drawingml/2006/main">
            <a:off x="7886700" y="3875900"/>
            <a:ext cx="3810000" cy="214467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968DE-7DA9-44D3-BACC-E34C8340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26D11-2CFE-45EF-A85B-34768251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2835291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7A71B-EB2E-459F-BFDB-F49F98EA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84BB6-2465-45FF-851A-688DEAA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06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30A91-9474-43A7-BD59-0954DEA8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Redis Agency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AE64F-9A8C-4193-91ED-E16804F7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Коммуникационный дизайн для Купера и Мираторга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CA722-78F8-47BF-8D42-C14F40C4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КОМДИЗ   /   AI   /   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DAF6C-49E2-4587-92DF-2E26909F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Коммуникационные кампании для крупных брендов: от рекламных креативов и соцсетей до презентаций, моушен-раскадровок и AI-фотографии.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90BFC-C820-48B2-9533-6B0DD4F5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0A438-0CFD-4045-8786-1E370714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Баннеры и промо-материалы для разных площадок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66AD7-C610-4D93-B6BC-C0483696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6D714-D34B-486D-AC06-DF9C27CC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Digital-кампании, соцсети и раскадровки моушена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B89C7-4EF3-49A9-9528-6B829B56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60B2F-71E4-4FA5-90A4-1A645BC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AI-генерация, ретушь и адаптация под web/mobile/performance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80F19-1F07-445B-A362-EBCEA632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c477bfeba49d8"/>
          <a:stretch xmlns:a="http://schemas.openxmlformats.org/drawingml/2006/main"/>
        </p:blipFill>
        <p:spPr>
          <a:xfrm xmlns:a="http://schemas.openxmlformats.org/drawingml/2006/main">
            <a:off x="5619750" y="1385626"/>
            <a:ext cx="6076950" cy="4086749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90B7A-5D4E-4DC0-9DF9-63D73621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REDIS AGENCY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83F6E-DF27-4D98-95BF-3B56C8B2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490410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236FD1-8E90-4710-8DD7-AE9DA85D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C1EE7-7FD3-40EB-85FF-D583853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06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79213-280C-4C64-897C-03514357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Redis Agency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6A43D-9315-412B-AC42-DBD8958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13F32-F164-49D7-ACEF-97570D4B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ec4e0603744ae"/>
          <a:stretch xmlns:a="http://schemas.openxmlformats.org/drawingml/2006/main"/>
        </p:blipFill>
        <p:spPr>
          <a:xfrm xmlns:a="http://schemas.openxmlformats.org/drawingml/2006/main">
            <a:off x="495300" y="2147888"/>
            <a:ext cx="5467350" cy="2733675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F869C-1EFB-42F3-87FA-A4E43B55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576e923ef43d7"/>
          <a:stretch xmlns:a="http://schemas.openxmlformats.org/drawingml/2006/main"/>
        </p:blipFill>
        <p:spPr>
          <a:xfrm xmlns:a="http://schemas.openxmlformats.org/drawingml/2006/main">
            <a:off x="6229350" y="2754763"/>
            <a:ext cx="5467350" cy="1519923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54900-3AB3-46FF-8EB1-3B6565B5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REDIS AGENCY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110A9-F497-4785-AABE-F0BD353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01834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F7B36D-D838-4D74-B20C-6D07C475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75A6A-13F4-4BB1-BC9A-B022A7F3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23CB9-E92C-485D-8FC2-240AE356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Homigo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2A781-A6CA-4ED5-8156-DF2753D8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P2P-сервис обмена жильём для путешествий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3E55A-E97B-4568-8FE9-7670C336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PRODUCT   /   ИНТЕРФЕЙСЫ   /   DESIGN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26B5E-A10C-434D-A88F-10F8FFD1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Сервис помогает пользователям напрямую обмениваться квартирами без аренды: от поиска и заявок до чата, профилей и настроек.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2623B-4EE8-4C01-B656-3A83039A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2E6A2-1DB2-4951-A8A6-01E1548D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Продуктовая логика, user flows и ключевые сценарии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342BC-50F0-45BB-9116-6F6D85C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7DD5C-1338-45A4-9BF0-2696C70D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8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Web, mobile web и нативные приложения iOS / Android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93264-9385-4571-BC8A-6C9B6012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5184C-A27A-4A1C-9D38-B53EC80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Полная дизайн-система и состояния интерфейса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9E14F-19EA-4257-83F1-67FC1379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e2fab91cf4905"/>
          <a:stretch xmlns:a="http://schemas.openxmlformats.org/drawingml/2006/main"/>
        </p:blipFill>
        <p:spPr>
          <a:xfrm xmlns:a="http://schemas.openxmlformats.org/drawingml/2006/main">
            <a:off x="5619750" y="1719014"/>
            <a:ext cx="6076950" cy="3419972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8D619-9774-4BF4-B76C-6C274D1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HOMIGO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308E3-8D01-4854-A262-38A10BE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314076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E99B3-685D-4D4E-9318-FE6D10C0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A55F3-98D9-44E9-A43C-FFC6699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578D6-278E-47D0-834B-D1DC3E4F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Homigo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16BE4-8305-4DF1-9448-EC383636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F1181-078B-4F81-AFDB-2F887D6D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d009a0b6943fb"/>
          <a:stretch xmlns:a="http://schemas.openxmlformats.org/drawingml/2006/main"/>
        </p:blipFill>
        <p:spPr>
          <a:xfrm xmlns:a="http://schemas.openxmlformats.org/drawingml/2006/main">
            <a:off x="495300" y="1594456"/>
            <a:ext cx="7124700" cy="3840538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D8448-171C-4FC1-9B51-C16619EB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5c1a279fc4e9a"/>
          <a:stretch xmlns:a="http://schemas.openxmlformats.org/drawingml/2006/main"/>
        </p:blipFill>
        <p:spPr>
          <a:xfrm xmlns:a="http://schemas.openxmlformats.org/drawingml/2006/main">
            <a:off x="7886700" y="840170"/>
            <a:ext cx="3810000" cy="2482085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DF3C0-E3D7-45E1-8BFD-42BBBF71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90e14a8294655"/>
          <a:stretch xmlns:a="http://schemas.openxmlformats.org/drawingml/2006/main"/>
        </p:blipFill>
        <p:spPr>
          <a:xfrm xmlns:a="http://schemas.openxmlformats.org/drawingml/2006/main">
            <a:off x="7886700" y="3874736"/>
            <a:ext cx="3810000" cy="2147003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3E966-045B-4F72-9EE2-1A38B1F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HOMIGO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3FE21-856C-4A08-B4C0-EA9CC40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158422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CE2F2E-1350-4A21-BF06-63B4E6B1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FC5E-9B3C-4414-BDA7-BE7810F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3F3A6-99E7-4BD2-9BE9-8D676B7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Homigo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90B7D-8AA7-4DFC-AE6D-34EBF418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B26C1-99AA-47D8-B49D-5D7DAB2C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4bdd3ee214472"/>
          <a:stretch xmlns:a="http://schemas.openxmlformats.org/drawingml/2006/main"/>
        </p:blipFill>
        <p:spPr>
          <a:xfrm xmlns:a="http://schemas.openxmlformats.org/drawingml/2006/main">
            <a:off x="495300" y="2479961"/>
            <a:ext cx="5467350" cy="2069528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91A6E-0FBA-41B5-97DF-163C4CAF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781050"/>
            <a:ext cx="546735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d02982a814d2b"/>
          <a:stretch xmlns:a="http://schemas.openxmlformats.org/drawingml/2006/main"/>
        </p:blipFill>
        <p:spPr>
          <a:xfrm xmlns:a="http://schemas.openxmlformats.org/drawingml/2006/main">
            <a:off x="6229350" y="1974250"/>
            <a:ext cx="5467350" cy="3080950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55A2C-477D-4393-A76E-D9F08D9B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HOMIGO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959B7-989D-4E78-AA38-F52C1BD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933505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4E5069-970F-4176-8928-E2DEB71E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AE25C-47F9-42E5-9D51-4DCD0C3F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76504-5532-4082-AB96-179A2FC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92052-D5BD-45B7-A743-E765E9E2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Два авторских печатных проекта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2198D-0527-4437-8C30-D3F8CE3D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КОМДИЗ   /   ИЛЛЮСТРАЦИЯ   /   ПЕЧАТЬ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8350E-B451-4C3A-9ADD-DAF48E55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Две визуальные истории: одна посвящена ощущению дереализации, другая — СДВГ. Каждый месяц работает как отдельная иллюстративная сцена.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A7591-1A21-4262-8F30-2C01C3BE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00543-6D19-4501-9646-A3CA2A91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Концепция, арт-направление и тексты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2DE33-235F-4863-82AD-9564F59D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97893-C183-4631-AD71-94B3E9F2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Иллюстрации для каждого месяца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3E294-559D-488D-8607-E43B499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89DF4-AC03-42BB-B37C-0FFDB404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Вёрстка, типографика и подготовка к печати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409EB-E157-428F-9DDC-16B67C33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438f74e644075"/>
          <a:stretch xmlns:a="http://schemas.openxmlformats.org/drawingml/2006/main"/>
        </p:blipFill>
        <p:spPr>
          <a:xfrm xmlns:a="http://schemas.openxmlformats.org/drawingml/2006/main">
            <a:off x="5619750" y="1563376"/>
            <a:ext cx="6076950" cy="3731247"/>
          </a:xfrm>
          <a:prstGeom xmlns:a="http://schemas.openxmlformats.org/drawingml/2006/main" prst="roundRect">
            <a:avLst>
              <a:gd name="adj" fmla="val 128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83EB4-1362-4BF7-A0C3-DBC0AAD9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A36C8-335B-4A34-8DEC-0606E572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7638507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BD9BE0-E5D8-4C61-A6AE-CB81CD9D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30EF5-B970-419A-BFF4-DBDFC044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DD6F5-C4EC-4DA0-B3DC-36EBE9AE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B5F2F-75B4-4042-AB56-FC86B37F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CAA67-2455-4F5B-8E0C-366A7242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f67683eb641be"/>
          <a:stretch xmlns:a="http://schemas.openxmlformats.org/drawingml/2006/main"/>
        </p:blipFill>
        <p:spPr>
          <a:xfrm xmlns:a="http://schemas.openxmlformats.org/drawingml/2006/main">
            <a:off x="495300" y="1327442"/>
            <a:ext cx="7124700" cy="4374566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96852-FA39-4BD4-AABC-BBCDA12D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9be729d44413e"/>
          <a:stretch xmlns:a="http://schemas.openxmlformats.org/drawingml/2006/main"/>
        </p:blipFill>
        <p:spPr>
          <a:xfrm xmlns:a="http://schemas.openxmlformats.org/drawingml/2006/main">
            <a:off x="7886700" y="911543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02A9A-A1F9-4006-9341-D4C17F11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af5c70f0047c3"/>
          <a:stretch xmlns:a="http://schemas.openxmlformats.org/drawingml/2006/main"/>
        </p:blipFill>
        <p:spPr>
          <a:xfrm xmlns:a="http://schemas.openxmlformats.org/drawingml/2006/main">
            <a:off x="7886700" y="3778568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0905B-C0CA-436F-9080-E37B3DD1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4D672-9FED-495A-AD72-10BFA579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067720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F03915-0A79-4A14-A199-260F1104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4EA76-16CD-4CFD-B2CD-CF5F65CD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01976-A337-46E8-B105-C81DBD91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88216-CAAC-48DA-8CBC-5B19C4EA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D8689-C646-4F77-B037-BBEB7B2B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eab8c00104872"/>
          <a:stretch xmlns:a="http://schemas.openxmlformats.org/drawingml/2006/main"/>
        </p:blipFill>
        <p:spPr>
          <a:xfrm xmlns:a="http://schemas.openxmlformats.org/drawingml/2006/main">
            <a:off x="495300" y="1327442"/>
            <a:ext cx="7124700" cy="4374566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FD717-D27F-489C-8D77-F4CF7DA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239716e834fa4"/>
          <a:stretch xmlns:a="http://schemas.openxmlformats.org/drawingml/2006/main"/>
        </p:blipFill>
        <p:spPr>
          <a:xfrm xmlns:a="http://schemas.openxmlformats.org/drawingml/2006/main">
            <a:off x="7886700" y="911543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5B01F-6027-4811-9DDF-00ED066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6ff58a2394861"/>
          <a:stretch xmlns:a="http://schemas.openxmlformats.org/drawingml/2006/main"/>
        </p:blipFill>
        <p:spPr>
          <a:xfrm xmlns:a="http://schemas.openxmlformats.org/drawingml/2006/main">
            <a:off x="7886700" y="3778568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51E96-A444-4594-940C-E58E4094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25850-C90F-4DAB-A5F6-2235232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4425094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E4EA9-E1BA-43A6-B63D-0EB3093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7E226-8BB5-42D7-B59F-39725FC3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ED48-EED6-4330-9DF7-CC74D892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51852-D6CE-4127-B23B-77987726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EC342-2F91-4872-84C4-28F8F07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cc2bb0a484282"/>
          <a:stretch xmlns:a="http://schemas.openxmlformats.org/drawingml/2006/main"/>
        </p:blipFill>
        <p:spPr>
          <a:xfrm xmlns:a="http://schemas.openxmlformats.org/drawingml/2006/main">
            <a:off x="495300" y="1327442"/>
            <a:ext cx="7124700" cy="4374566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A0C4D-FD2B-4DDD-8035-988EA0A3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62a2a34e64bf9"/>
          <a:stretch xmlns:a="http://schemas.openxmlformats.org/drawingml/2006/main"/>
        </p:blipFill>
        <p:spPr>
          <a:xfrm xmlns:a="http://schemas.openxmlformats.org/drawingml/2006/main">
            <a:off x="7886700" y="911543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B3C2E-3369-4944-8B4A-04FDC5EA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62628a7b74ab9"/>
          <a:stretch xmlns:a="http://schemas.openxmlformats.org/drawingml/2006/main"/>
        </p:blipFill>
        <p:spPr>
          <a:xfrm xmlns:a="http://schemas.openxmlformats.org/drawingml/2006/main">
            <a:off x="7886700" y="3778568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D13AB-C750-4B03-BE20-8C96E189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9B7F2-99D5-4D5D-BC26-7EC5D2E4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6117477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63CC1-D91C-470D-B5FE-8FFD4EBB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329BB-51EF-4685-8923-348B76DA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8A445-0299-4A07-955A-B754C048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6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4ECE8-62D7-4457-9E55-60A51ED8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ВИЗУАЛЬНАЯ СИСТЕМА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506F0-6F01-4F51-A300-60B11499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81050"/>
            <a:ext cx="7124700" cy="5467350"/>
          </a:xfrm>
          <a:prstGeom xmlns:a="http://schemas.openxmlformats.org/drawingml/2006/main" prst="roundRect">
            <a:avLst>
              <a:gd name="adj" fmla="val 1394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d67d6f9724f07"/>
          <a:stretch xmlns:a="http://schemas.openxmlformats.org/drawingml/2006/main"/>
        </p:blipFill>
        <p:spPr>
          <a:xfrm xmlns:a="http://schemas.openxmlformats.org/drawingml/2006/main">
            <a:off x="495300" y="1327442"/>
            <a:ext cx="7124700" cy="4374566"/>
          </a:xfrm>
          <a:prstGeom xmlns:a="http://schemas.openxmlformats.org/drawingml/2006/main" prst="roundRect">
            <a:avLst>
              <a:gd name="adj" fmla="val 13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810A4-A965-44F8-AD87-F60EA6E3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81050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524dc8b5843b3"/>
          <a:stretch xmlns:a="http://schemas.openxmlformats.org/drawingml/2006/main"/>
        </p:blipFill>
        <p:spPr>
          <a:xfrm xmlns:a="http://schemas.openxmlformats.org/drawingml/2006/main">
            <a:off x="7886700" y="911543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C8925-EE0C-4863-8F0A-5E718B0D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48075"/>
            <a:ext cx="3810000" cy="2600325"/>
          </a:xfrm>
          <a:prstGeom xmlns:a="http://schemas.openxmlformats.org/drawingml/2006/main" prst="roundRect">
            <a:avLst>
              <a:gd name="adj" fmla="val 293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73c868ecf4142"/>
          <a:stretch xmlns:a="http://schemas.openxmlformats.org/drawingml/2006/main"/>
        </p:blipFill>
        <p:spPr>
          <a:xfrm xmlns:a="http://schemas.openxmlformats.org/drawingml/2006/main">
            <a:off x="7886700" y="3778568"/>
            <a:ext cx="3810000" cy="2339340"/>
          </a:xfrm>
          <a:prstGeom xmlns:a="http://schemas.openxmlformats.org/drawingml/2006/main" prst="roundRect">
            <a:avLst>
              <a:gd name="adj" fmla="val 293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B4CFE-1B3A-449B-8B80-FD7F1251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КАЛЕНДАРИ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54965-9343-4016-BD14-DB013A0F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7726878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D0D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AC000-C578-4F4F-9ED4-8EA0614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628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0118AD-02C6-4C12-8991-F6EE0645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09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5DB8D-3B5B-4BFC-815E-A54BAD5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8000"/>
              </a:lnSpc>
              <a:buNone/>
              <a:defRPr sz="49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Этот сайт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64E40-B870-4C6C-B1E1-27120BE9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165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Интерактивное портфолио, собранное через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15D46-0689-4E8F-951E-081511EC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75" b="1">
                <a:solidFill>
                  <a:srgbClr val="D9FF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FF00"/>
                </a:solidFill>
                <a:latin typeface="Arial"/>
                <a:ea typeface="Arial"/>
                <a:cs typeface="Arial"/>
              </a:rPr>
              <a:t>ВАЙБКОДИНГ   /   WEB   /  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25FA0-3A4F-4F44-882E-B231CD26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4667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F7F7F5"/>
                </a:solidFill>
                <a:latin typeface="Arial"/>
                <a:ea typeface="Arial"/>
                <a:cs typeface="Arial"/>
              </a:rPr>
              <a:t>Портфолио спроектировано как интерактивное поле с pan &amp; zoom, 3D-сферой, scroll-driven сценами и собственной админкой — без фреймворков.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B4C6F-5A03-4D40-B9E6-B9795C96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624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30AA2-A1FB-47E3-93D7-D1794586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68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HTML, CSS и JavaScript через итеративный диалог с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2EBC5-9719-457C-812E-36508355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149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A890DD-DE10-444B-B65F-74AB926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Canvas, CSS 3D transforms, мобильная адаптация и оптимизация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ABE3A-20CE-4D34-BE7A-463D2BB1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B56EA-43CF-4242-A82E-3BB41AF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01"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7F7F5"/>
                </a:solidFill>
                <a:latin typeface="Arial"/>
                <a:ea typeface="Arial"/>
                <a:cs typeface="Arial"/>
              </a:rPr>
              <a:t>Админка для объектов, контента, галерей и истории изменений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4A823-AFAB-4118-BD1D-009CB1C8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7200"/>
            <a:ext cx="6076950" cy="5943600"/>
          </a:xfrm>
          <a:prstGeom xmlns:a="http://schemas.openxmlformats.org/drawingml/2006/main" prst="roundRect">
            <a:avLst>
              <a:gd name="adj" fmla="val 1282"/>
            </a:avLst>
          </a:prstGeom>
          <a:solidFill xmlns:a="http://schemas.openxmlformats.org/drawingml/2006/main">
            <a:srgbClr val="18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01AF5-EC38-48C9-8C6B-600262DE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181100"/>
            <a:ext cx="4762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2000"/>
              </a:lnSpc>
              <a:buNone/>
              <a:defRPr sz="58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HTML</a:t>
            </a:r>
          </a:p>
          <a:p xmlns:a="http://schemas.openxmlformats.org/drawingml/2006/main">
            <a:pPr>
              <a:lnSpc>
                <a:spcPct val="82000"/>
              </a:lnSpc>
              <a:buNone/>
              <a:defRPr sz="58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CSS</a:t>
            </a:r>
          </a:p>
          <a:p xmlns:a="http://schemas.openxmlformats.org/drawingml/2006/main">
            <a:pPr>
              <a:lnSpc>
                <a:spcPct val="82000"/>
              </a:lnSpc>
              <a:buNone/>
              <a:defRPr sz="5850" b="1">
                <a:solidFill>
                  <a:srgbClr val="F7F7F5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7F7F5"/>
                </a:solidFill>
                <a:latin typeface="Arial"/>
                <a:ea typeface="Arial"/>
                <a:cs typeface="Arial"/>
              </a:rPr>
              <a:t>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E571C-389D-4039-A6C4-0682A134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F10F5-C413-4417-A977-5441C882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053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PAN &amp; ZOOM  /  CSS 3D  / 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5E6F27-407F-4070-ADCC-28CFAB98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ЭТОТ САЙТ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89C38-269A-43A3-AFB3-E8ACDA7C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15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A6A6A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A6A2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568619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D9FF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EB1F0-6591-48B9-B96E-342EC097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5850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СПАСИБО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A859B-7F9A-4DED-BA1C-3B7CC351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550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2550">
                <a:solidFill>
                  <a:srgbClr val="0D0D0D"/>
                </a:solidFill>
                <a:latin typeface="Arial"/>
                <a:ea typeface="Arial"/>
                <a:cs typeface="Arial"/>
              </a:rPr>
              <a:t>за внимание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C58B2-9CC9-49CC-88A8-1B5103FF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1D52-C345-46C9-AC85-AB209C1F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МАРИНА УСТИНОВСКАЯ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1361D-CDAC-4545-A809-73178E31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0D0D0D"/>
                </a:solidFill>
                <a:latin typeface="Arial"/>
                <a:ea typeface="Arial"/>
                <a:cs typeface="Arial"/>
              </a:rPr>
              <a:t>telegram: @kezend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A104D-D622-47C4-9245-CE514DCE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коммуникации  /  интерфейсы  / 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037B9-E457-4C25-94D1-FB0A56BB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198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0D0D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D0D0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56245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2026-07-08T16:12:40.4140000Z</dcterms:created>
  <dcterms:modified xsi:type="dcterms:W3CDTF">2026-07-08T16:12:40.4140000Z</dcterms:modified>
</coreProperties>
</file>